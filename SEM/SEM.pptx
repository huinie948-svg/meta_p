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01E5EE-C894-4736-A541-2990466E20A1}" v="13" dt="2026-03-05T22:55:55.7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晖 聂" userId="bc3b8f5234fb4d7d" providerId="LiveId" clId="{E5CEB52F-F101-4E5F-BB64-FFDC5704A6AD}"/>
    <pc:docChg chg="undo custSel addSld modSld">
      <pc:chgData name="晖 聂" userId="bc3b8f5234fb4d7d" providerId="LiveId" clId="{E5CEB52F-F101-4E5F-BB64-FFDC5704A6AD}" dt="2026-03-05T22:58:19.053" v="151" actId="1076"/>
      <pc:docMkLst>
        <pc:docMk/>
      </pc:docMkLst>
      <pc:sldChg chg="addSp delSp modSp new mod">
        <pc:chgData name="晖 聂" userId="bc3b8f5234fb4d7d" providerId="LiveId" clId="{E5CEB52F-F101-4E5F-BB64-FFDC5704A6AD}" dt="2026-03-05T22:58:19.053" v="151" actId="1076"/>
        <pc:sldMkLst>
          <pc:docMk/>
          <pc:sldMk cId="3451699053" sldId="256"/>
        </pc:sldMkLst>
        <pc:spChg chg="del">
          <ac:chgData name="晖 聂" userId="bc3b8f5234fb4d7d" providerId="LiveId" clId="{E5CEB52F-F101-4E5F-BB64-FFDC5704A6AD}" dt="2026-03-05T22:40:19.659" v="1" actId="478"/>
          <ac:spMkLst>
            <pc:docMk/>
            <pc:sldMk cId="3451699053" sldId="256"/>
            <ac:spMk id="2" creationId="{5D0DDD25-BD82-3E7F-6E43-91AF974D4008}"/>
          </ac:spMkLst>
        </pc:spChg>
        <pc:spChg chg="del">
          <ac:chgData name="晖 聂" userId="bc3b8f5234fb4d7d" providerId="LiveId" clId="{E5CEB52F-F101-4E5F-BB64-FFDC5704A6AD}" dt="2026-03-05T22:40:21.350" v="2" actId="478"/>
          <ac:spMkLst>
            <pc:docMk/>
            <pc:sldMk cId="3451699053" sldId="256"/>
            <ac:spMk id="3" creationId="{ADF37FC2-DF6A-0283-2ACA-3EBB9E0C6C5E}"/>
          </ac:spMkLst>
        </pc:spChg>
        <pc:spChg chg="add del mod">
          <ac:chgData name="晖 聂" userId="bc3b8f5234fb4d7d" providerId="LiveId" clId="{E5CEB52F-F101-4E5F-BB64-FFDC5704A6AD}" dt="2026-03-05T22:43:40.597" v="69" actId="478"/>
          <ac:spMkLst>
            <pc:docMk/>
            <pc:sldMk cId="3451699053" sldId="256"/>
            <ac:spMk id="5" creationId="{7711D253-3B73-9E51-5E52-783C2DF8CD47}"/>
          </ac:spMkLst>
        </pc:spChg>
        <pc:spChg chg="add del mod">
          <ac:chgData name="晖 聂" userId="bc3b8f5234fb4d7d" providerId="LiveId" clId="{E5CEB52F-F101-4E5F-BB64-FFDC5704A6AD}" dt="2026-03-05T22:42:46.356" v="37" actId="478"/>
          <ac:spMkLst>
            <pc:docMk/>
            <pc:sldMk cId="3451699053" sldId="256"/>
            <ac:spMk id="6" creationId="{BA06E97F-753A-56D9-9C96-DF0C50B8F142}"/>
          </ac:spMkLst>
        </pc:spChg>
        <pc:spChg chg="add del mod">
          <ac:chgData name="晖 聂" userId="bc3b8f5234fb4d7d" providerId="LiveId" clId="{E5CEB52F-F101-4E5F-BB64-FFDC5704A6AD}" dt="2026-03-05T22:41:20.617" v="15" actId="478"/>
          <ac:spMkLst>
            <pc:docMk/>
            <pc:sldMk cId="3451699053" sldId="256"/>
            <ac:spMk id="7" creationId="{6F39E2D4-6D81-3467-B666-B10ECC66C79D}"/>
          </ac:spMkLst>
        </pc:spChg>
        <pc:spChg chg="add del mod">
          <ac:chgData name="晖 聂" userId="bc3b8f5234fb4d7d" providerId="LiveId" clId="{E5CEB52F-F101-4E5F-BB64-FFDC5704A6AD}" dt="2026-03-05T22:42:47.214" v="38" actId="478"/>
          <ac:spMkLst>
            <pc:docMk/>
            <pc:sldMk cId="3451699053" sldId="256"/>
            <ac:spMk id="8" creationId="{957E14D6-0028-F015-FFEC-8BA3F3AA7360}"/>
          </ac:spMkLst>
        </pc:spChg>
        <pc:spChg chg="add del mod">
          <ac:chgData name="晖 聂" userId="bc3b8f5234fb4d7d" providerId="LiveId" clId="{E5CEB52F-F101-4E5F-BB64-FFDC5704A6AD}" dt="2026-03-05T22:42:48.153" v="39" actId="478"/>
          <ac:spMkLst>
            <pc:docMk/>
            <pc:sldMk cId="3451699053" sldId="256"/>
            <ac:spMk id="9" creationId="{2C8F3656-BB66-FAE9-3FBE-0EE3DCB8314B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0" creationId="{671A487A-E6F3-958D-C9CE-71071FAE3D65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1" creationId="{9E52CBEA-89BC-E4D0-76CA-A4CFB024875E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2" creationId="{E98AE929-2EE6-6F14-BA68-1A30B4A31470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3" creationId="{7989700E-F1D3-D880-DDE7-5AC78E972D2B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4" creationId="{4EA4541C-5C80-5C70-A997-D2A0CBA9EDAE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5" creationId="{199A73EE-7DDE-8079-F998-89F4E8E2DBE3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6" creationId="{10DF3123-0D60-EB5F-9D57-0F5BCE6C0AA5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17" creationId="{5FD21D4F-FDDA-3BB6-B672-D2DDBA48F552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25" creationId="{EE08468B-6D7B-23AA-4AEC-B82A838AE41C}"/>
          </ac:spMkLst>
        </pc:spChg>
        <pc:spChg chg="add mod">
          <ac:chgData name="晖 聂" userId="bc3b8f5234fb4d7d" providerId="LiveId" clId="{E5CEB52F-F101-4E5F-BB64-FFDC5704A6AD}" dt="2026-03-05T22:58:19.053" v="151" actId="1076"/>
          <ac:spMkLst>
            <pc:docMk/>
            <pc:sldMk cId="3451699053" sldId="256"/>
            <ac:spMk id="30" creationId="{946CFAD3-DB1F-C836-35F2-13246BC70D78}"/>
          </ac:spMkLst>
        </pc:spChg>
        <pc:graphicFrameChg chg="add del">
          <ac:chgData name="晖 聂" userId="bc3b8f5234fb4d7d" providerId="LiveId" clId="{E5CEB52F-F101-4E5F-BB64-FFDC5704A6AD}" dt="2026-03-05T22:40:40.223" v="4" actId="478"/>
          <ac:graphicFrameMkLst>
            <pc:docMk/>
            <pc:sldMk cId="3451699053" sldId="256"/>
            <ac:graphicFrameMk id="4" creationId="{2F89E155-B3F9-B558-FD5F-D1F1A209E96D}"/>
          </ac:graphicFrameMkLst>
        </pc:graphicFrameChg>
        <pc:cxnChg chg="add del mod">
          <ac:chgData name="晖 聂" userId="bc3b8f5234fb4d7d" providerId="LiveId" clId="{E5CEB52F-F101-4E5F-BB64-FFDC5704A6AD}" dt="2026-03-05T22:45:12.227" v="102" actId="478"/>
          <ac:cxnSpMkLst>
            <pc:docMk/>
            <pc:sldMk cId="3451699053" sldId="256"/>
            <ac:cxnSpMk id="19" creationId="{764F5EA8-6FAE-0EF0-4869-28511E48F231}"/>
          </ac:cxnSpMkLst>
        </pc:cxnChg>
        <pc:cxnChg chg="add del mod">
          <ac:chgData name="晖 聂" userId="bc3b8f5234fb4d7d" providerId="LiveId" clId="{E5CEB52F-F101-4E5F-BB64-FFDC5704A6AD}" dt="2026-03-05T22:45:54.351" v="107" actId="478"/>
          <ac:cxnSpMkLst>
            <pc:docMk/>
            <pc:sldMk cId="3451699053" sldId="256"/>
            <ac:cxnSpMk id="21" creationId="{B3D504CA-0182-62A7-8D59-AE592D77E3AD}"/>
          </ac:cxnSpMkLst>
        </pc:cxnChg>
        <pc:cxnChg chg="add mod">
          <ac:chgData name="晖 聂" userId="bc3b8f5234fb4d7d" providerId="LiveId" clId="{E5CEB52F-F101-4E5F-BB64-FFDC5704A6AD}" dt="2026-03-05T22:46:24.841" v="110" actId="13822"/>
          <ac:cxnSpMkLst>
            <pc:docMk/>
            <pc:sldMk cId="3451699053" sldId="256"/>
            <ac:cxnSpMk id="23" creationId="{174C547F-3726-F071-A4B0-9EB5701B56F2}"/>
          </ac:cxnSpMkLst>
        </pc:cxnChg>
        <pc:cxnChg chg="add mod">
          <ac:chgData name="晖 聂" userId="bc3b8f5234fb4d7d" providerId="LiveId" clId="{E5CEB52F-F101-4E5F-BB64-FFDC5704A6AD}" dt="2026-03-05T22:55:46.218" v="145" actId="14100"/>
          <ac:cxnSpMkLst>
            <pc:docMk/>
            <pc:sldMk cId="3451699053" sldId="256"/>
            <ac:cxnSpMk id="26" creationId="{A9B04036-554B-42FB-6B58-B84D48FC3EF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7697A-3BB8-346B-88F0-2382903EF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6A3AA0-AB9F-7261-C0D2-580431F6F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79847-A09B-0941-A455-5F72F2958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40685E-D39F-6F0E-6D30-9526B6084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096661-1437-1A0A-54D9-1374CC852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67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7E055-5414-858D-771E-FFEE9A02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52681C-5EE3-E726-2BD3-8372C2A5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714B9C-DE54-83A1-AF78-A88556DD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B1813-CCA7-69C2-2D0C-0C67DEE0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EEC5C7-8925-3901-FE77-08C88ADB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40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F15D3-5F40-F7BB-4E15-40623360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024E62-5C63-9ED4-9179-9DAD5AB33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A220F9-BF65-0E5A-1DA4-D2DFB717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E20CC-DE24-651F-7C01-6C1C96A86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7D58F-2942-D7FE-6088-EE0CF6AE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1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F5B71-04A9-F73E-2B9B-0C2327B4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C1E85-7DBD-E64C-823D-77359F86A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2C9C54-0850-8A39-2C45-A85A1BD30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9B1ACD-18AB-F22F-ADA1-AC76659E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306F1F-5407-5BCC-2D66-D630ADCC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9A5DA9-9F01-1BFF-B6D0-D6EFABB5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932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424F2-D3CF-876B-D357-AB4DFF47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014F88-94C6-E52F-5FA2-702F798AF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ACAA32-B0DC-561C-C447-3E5ABF16B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6A259E-90C3-2017-0556-502965E65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6BB8F0-71B7-A269-A478-43E186768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8D81F8-BDED-0A68-D29B-D5BD1B967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48B880-90A3-6C70-5F14-06C839F6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F13399-859B-7EBB-3DDD-FCDD52AB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75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A8461-5B0E-E426-EAD3-75558DBF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7C831F-F624-BCBD-0770-4D2EB275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80BE7C-CE5E-9A02-095D-BBBA233D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B2AD38-9E1B-E5A6-A963-E2C8C06A2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05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F4347A-1A4D-6D36-4D3E-4172622B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872D0B-4DD0-6F65-5AA5-FE1FDD16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A17A67-C05C-422E-E371-C7FC7219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7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A60A4-D59F-9052-C9B1-437D0917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66C691-5778-585B-A3CF-3F1B86130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639801-9E26-3753-6A7C-4458EC5AE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41CF05-84BC-38AC-5C2A-7413C04D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4FFCB3-4AAB-7314-9814-3B9EC1AC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9DE524-6A08-3EEE-4E66-A2F7D84FD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181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20586-20F0-706A-716D-486F523A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223372-C0BF-8676-DAA2-B4C0A7C22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C031EC-96D0-A11C-8308-FD48F4C56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3D59E2-FA32-0845-480E-041F49B9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E113F0-E095-E4B7-D2E0-2734FC21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602155-20A4-B389-716A-73766E8C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11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FA3C5-A261-3AB9-8514-B6CB563B7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84ECF9-7FC1-C6B2-104F-E51074D0A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820C67-8408-F2CA-D713-0055DF57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FF676-999A-7D22-94E9-5073CE76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DCFA0-F606-FFBA-5693-167FFDF6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35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9A04FB-F482-FB48-AE49-03E077DB7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5F4873-4704-1F39-F81B-8D641C2F9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B55B9C-B9D6-3413-36AD-AE8029F0E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94FAA-8860-E864-9EA5-4F1FC8B1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B5FCB-ADD0-6171-FF54-816D8DAA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00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5A3A1C-786D-3177-C030-2C2F721C0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3E99AD-9725-E82F-BF0F-F7C47A4E8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09CAC-60B8-5A1E-1A50-9271607E0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48C49-7C5E-4ED2-9F26-C851845692A0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4B7765-2D75-941C-5DF2-EDD8F6197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3AE32-8A3E-EEFA-979B-3C01202AD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31619-A8DC-4DAB-847E-9564216FE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0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E8BB-F992-1199-314B-E4660DA5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B2B5D0C-A011-30E9-3F4A-65782E134DB8}"/>
              </a:ext>
            </a:extLst>
          </p:cNvPr>
          <p:cNvSpPr txBox="1"/>
          <p:nvPr/>
        </p:nvSpPr>
        <p:spPr>
          <a:xfrm>
            <a:off x="2697312" y="205909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Soil pH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21E8F8-DCCE-B9DD-B3C3-99FB05381C18}"/>
              </a:ext>
            </a:extLst>
          </p:cNvPr>
          <p:cNvSpPr/>
          <p:nvPr/>
        </p:nvSpPr>
        <p:spPr>
          <a:xfrm>
            <a:off x="7319532" y="181749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58C173-D985-73D5-0030-B08E942445A6}"/>
              </a:ext>
            </a:extLst>
          </p:cNvPr>
          <p:cNvSpPr txBox="1"/>
          <p:nvPr/>
        </p:nvSpPr>
        <p:spPr>
          <a:xfrm>
            <a:off x="7559651" y="1968717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455F4F-18F1-3C9D-894C-74D55359828F}"/>
              </a:ext>
            </a:extLst>
          </p:cNvPr>
          <p:cNvSpPr/>
          <p:nvPr/>
        </p:nvSpPr>
        <p:spPr>
          <a:xfrm>
            <a:off x="2209550" y="4548092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CE846E-1A59-1D62-E64A-B8FD37307D36}"/>
              </a:ext>
            </a:extLst>
          </p:cNvPr>
          <p:cNvSpPr txBox="1"/>
          <p:nvPr/>
        </p:nvSpPr>
        <p:spPr>
          <a:xfrm>
            <a:off x="7413346" y="4699313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Plant biomass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ABCFAFD-D20B-6B0E-92D7-F260FBBB4664}"/>
              </a:ext>
            </a:extLst>
          </p:cNvPr>
          <p:cNvSpPr/>
          <p:nvPr/>
        </p:nvSpPr>
        <p:spPr>
          <a:xfrm>
            <a:off x="2209550" y="1810621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4E4A91-00A3-CA37-F842-3F61B5865700}"/>
              </a:ext>
            </a:extLst>
          </p:cNvPr>
          <p:cNvSpPr/>
          <p:nvPr/>
        </p:nvSpPr>
        <p:spPr>
          <a:xfrm>
            <a:off x="7329011" y="453545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4A6642-C7D2-CB7F-1315-FF4B6436EFDA}"/>
              </a:ext>
            </a:extLst>
          </p:cNvPr>
          <p:cNvSpPr txBox="1"/>
          <p:nvPr/>
        </p:nvSpPr>
        <p:spPr>
          <a:xfrm>
            <a:off x="2303364" y="468667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Phosphatase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816CAC2-971D-B344-9AA0-AA3F575307D2}"/>
              </a:ext>
            </a:extLst>
          </p:cNvPr>
          <p:cNvCxnSpPr>
            <a:cxnSpLocks/>
          </p:cNvCxnSpPr>
          <p:nvPr/>
        </p:nvCxnSpPr>
        <p:spPr>
          <a:xfrm flipV="1">
            <a:off x="4360337" y="2762832"/>
            <a:ext cx="2959195" cy="1792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3A76BE3-5026-83B1-2666-9409753C1A83}"/>
              </a:ext>
            </a:extLst>
          </p:cNvPr>
          <p:cNvSpPr txBox="1"/>
          <p:nvPr/>
        </p:nvSpPr>
        <p:spPr>
          <a:xfrm rot="19645663">
            <a:off x="5080372" y="2990894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0.446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1B3931B-0E85-E0FB-6F4D-24AAB9589355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4360337" y="2285009"/>
            <a:ext cx="2959195" cy="68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057FA25-0367-9ACC-95A3-1A6DE8E6E6EA}"/>
              </a:ext>
            </a:extLst>
          </p:cNvPr>
          <p:cNvSpPr txBox="1"/>
          <p:nvPr/>
        </p:nvSpPr>
        <p:spPr>
          <a:xfrm>
            <a:off x="5061515" y="1557862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0.065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0.390)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46C5947A-89F7-FDE1-6481-C628CF415210}"/>
              </a:ext>
            </a:extLst>
          </p:cNvPr>
          <p:cNvCxnSpPr>
            <a:stCxn id="15" idx="0"/>
            <a:endCxn id="11" idx="0"/>
          </p:cNvCxnSpPr>
          <p:nvPr/>
        </p:nvCxnSpPr>
        <p:spPr>
          <a:xfrm rot="16200000" flipH="1">
            <a:off x="5836497" y="-740933"/>
            <a:ext cx="6875" cy="5109982"/>
          </a:xfrm>
          <a:prstGeom prst="curvedConnector3">
            <a:avLst>
              <a:gd name="adj1" fmla="val -10287695"/>
            </a:avLst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42CE3C26-E0E7-8A63-AFCD-425A1F2F6ADD}"/>
              </a:ext>
            </a:extLst>
          </p:cNvPr>
          <p:cNvSpPr txBox="1"/>
          <p:nvPr/>
        </p:nvSpPr>
        <p:spPr>
          <a:xfrm>
            <a:off x="5141665" y="356376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0.041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0.442)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B18E456-D76B-A433-3AB9-5180C27C9779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284944" y="2759396"/>
            <a:ext cx="0" cy="1788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E59E4A5-541C-6490-BF1C-286B801F5F7E}"/>
              </a:ext>
            </a:extLst>
          </p:cNvPr>
          <p:cNvSpPr txBox="1"/>
          <p:nvPr/>
        </p:nvSpPr>
        <p:spPr>
          <a:xfrm rot="16200000">
            <a:off x="2263509" y="3279590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-0.116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0.027)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B65E8C2A-77DF-A5B6-DAB9-3259DF01FF54}"/>
              </a:ext>
            </a:extLst>
          </p:cNvPr>
          <p:cNvCxnSpPr>
            <a:cxnSpLocks/>
            <a:stCxn id="15" idx="1"/>
            <a:endCxn id="13" idx="1"/>
          </p:cNvCxnSpPr>
          <p:nvPr/>
        </p:nvCxnSpPr>
        <p:spPr>
          <a:xfrm rot="10800000" flipV="1">
            <a:off x="2209550" y="2285008"/>
            <a:ext cx="12700" cy="2737471"/>
          </a:xfrm>
          <a:prstGeom prst="curvedConnector3">
            <a:avLst>
              <a:gd name="adj1" fmla="val 2766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4D47421B-DA0B-26C0-35EC-9E4E1170552E}"/>
              </a:ext>
            </a:extLst>
          </p:cNvPr>
          <p:cNvSpPr txBox="1"/>
          <p:nvPr/>
        </p:nvSpPr>
        <p:spPr>
          <a:xfrm rot="16200000">
            <a:off x="795599" y="3330577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-0.156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55CDCE4-09BD-5298-099A-049539BF21E0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8394926" y="2766271"/>
            <a:ext cx="9479" cy="17691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1133761-5E22-479B-6B82-1B9BF6B4E778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360337" y="5009844"/>
            <a:ext cx="29686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6EB122E-4A18-7079-3530-00DC3B5B2DBF}"/>
              </a:ext>
            </a:extLst>
          </p:cNvPr>
          <p:cNvSpPr txBox="1"/>
          <p:nvPr/>
        </p:nvSpPr>
        <p:spPr>
          <a:xfrm>
            <a:off x="5205784" y="434992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0.210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0.056)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6AD4112-2100-9BA2-2725-D538795E0771}"/>
              </a:ext>
            </a:extLst>
          </p:cNvPr>
          <p:cNvSpPr txBox="1"/>
          <p:nvPr/>
        </p:nvSpPr>
        <p:spPr>
          <a:xfrm rot="5400000">
            <a:off x="8004693" y="3327697"/>
            <a:ext cx="1520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0.0544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0.6988)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327E20B-6224-2166-EBBB-EDA168A30EAC}"/>
              </a:ext>
            </a:extLst>
          </p:cNvPr>
          <p:cNvSpPr txBox="1"/>
          <p:nvPr/>
        </p:nvSpPr>
        <p:spPr>
          <a:xfrm>
            <a:off x="8404404" y="12608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0.169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0.380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21B8B57-BDAE-0B90-5AB6-4453AA2D1C35}"/>
              </a:ext>
            </a:extLst>
          </p:cNvPr>
          <p:cNvSpPr txBox="1"/>
          <p:nvPr/>
        </p:nvSpPr>
        <p:spPr>
          <a:xfrm>
            <a:off x="2928324" y="5510453"/>
            <a:ext cx="1680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0.030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0.375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387A82-B1C4-8052-2082-7D2DC4A35646}"/>
              </a:ext>
            </a:extLst>
          </p:cNvPr>
          <p:cNvSpPr txBox="1"/>
          <p:nvPr/>
        </p:nvSpPr>
        <p:spPr>
          <a:xfrm>
            <a:off x="8155963" y="54842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0.079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0.537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55914E-D044-4FD5-8473-7C18108712D3}"/>
              </a:ext>
            </a:extLst>
          </p:cNvPr>
          <p:cNvSpPr txBox="1"/>
          <p:nvPr/>
        </p:nvSpPr>
        <p:spPr>
          <a:xfrm>
            <a:off x="5363622" y="223191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3DCB62-CFB1-6931-2F33-BF86616F9FE9}"/>
              </a:ext>
            </a:extLst>
          </p:cNvPr>
          <p:cNvSpPr txBox="1"/>
          <p:nvPr/>
        </p:nvSpPr>
        <p:spPr>
          <a:xfrm>
            <a:off x="5273111" y="10673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4F7C85-6E97-9A7C-A9B3-90D0E5B9229B}"/>
              </a:ext>
            </a:extLst>
          </p:cNvPr>
          <p:cNvSpPr txBox="1"/>
          <p:nvPr/>
        </p:nvSpPr>
        <p:spPr>
          <a:xfrm rot="16200000">
            <a:off x="3056676" y="33517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8D9E2A-B064-1100-333F-174D4560713D}"/>
              </a:ext>
            </a:extLst>
          </p:cNvPr>
          <p:cNvSpPr txBox="1"/>
          <p:nvPr/>
        </p:nvSpPr>
        <p:spPr>
          <a:xfrm rot="16200000">
            <a:off x="1454176" y="340019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0B383F-2D94-70D8-A990-29A25AC8364C}"/>
              </a:ext>
            </a:extLst>
          </p:cNvPr>
          <p:cNvSpPr txBox="1"/>
          <p:nvPr/>
        </p:nvSpPr>
        <p:spPr>
          <a:xfrm>
            <a:off x="4941313" y="5225125"/>
            <a:ext cx="205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Fisher's C = 0.842</a:t>
            </a:r>
          </a:p>
          <a:p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0.933,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34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8ECD-1A3F-7662-7D19-99C768CF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21A0D3F-8F81-5E1E-66D3-16D9133B2AF4}"/>
              </a:ext>
            </a:extLst>
          </p:cNvPr>
          <p:cNvSpPr txBox="1"/>
          <p:nvPr/>
        </p:nvSpPr>
        <p:spPr>
          <a:xfrm>
            <a:off x="2697312" y="205909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Soil pH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6889A2-AB3E-15D6-ADDB-2AFF4C7904F2}"/>
              </a:ext>
            </a:extLst>
          </p:cNvPr>
          <p:cNvSpPr/>
          <p:nvPr/>
        </p:nvSpPr>
        <p:spPr>
          <a:xfrm>
            <a:off x="7319532" y="181749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4334D0-F572-7D51-376B-D65150E6260A}"/>
              </a:ext>
            </a:extLst>
          </p:cNvPr>
          <p:cNvSpPr txBox="1"/>
          <p:nvPr/>
        </p:nvSpPr>
        <p:spPr>
          <a:xfrm>
            <a:off x="7559651" y="1968717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33B84E-76A5-5B82-AA4A-821E12FD71CD}"/>
              </a:ext>
            </a:extLst>
          </p:cNvPr>
          <p:cNvSpPr/>
          <p:nvPr/>
        </p:nvSpPr>
        <p:spPr>
          <a:xfrm>
            <a:off x="2209550" y="4548092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8119448-59B9-C5E2-8602-E17FCE04592A}"/>
              </a:ext>
            </a:extLst>
          </p:cNvPr>
          <p:cNvSpPr txBox="1"/>
          <p:nvPr/>
        </p:nvSpPr>
        <p:spPr>
          <a:xfrm>
            <a:off x="7413346" y="4699313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Root biomass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04F7B5-23CC-51B8-87FA-EC59D579B6AE}"/>
              </a:ext>
            </a:extLst>
          </p:cNvPr>
          <p:cNvSpPr/>
          <p:nvPr/>
        </p:nvSpPr>
        <p:spPr>
          <a:xfrm>
            <a:off x="2209550" y="1810621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480786-09C0-539B-9DAD-9F0DFCA73212}"/>
              </a:ext>
            </a:extLst>
          </p:cNvPr>
          <p:cNvSpPr/>
          <p:nvPr/>
        </p:nvSpPr>
        <p:spPr>
          <a:xfrm>
            <a:off x="7329011" y="453545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362C1BC-C297-A575-E017-4F454C464A9F}"/>
              </a:ext>
            </a:extLst>
          </p:cNvPr>
          <p:cNvSpPr txBox="1"/>
          <p:nvPr/>
        </p:nvSpPr>
        <p:spPr>
          <a:xfrm>
            <a:off x="2303364" y="468667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Phosphatase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FA63EDB-53DB-DC09-17ED-961F0D519A02}"/>
              </a:ext>
            </a:extLst>
          </p:cNvPr>
          <p:cNvCxnSpPr>
            <a:cxnSpLocks/>
          </p:cNvCxnSpPr>
          <p:nvPr/>
        </p:nvCxnSpPr>
        <p:spPr>
          <a:xfrm flipV="1">
            <a:off x="4360337" y="2762832"/>
            <a:ext cx="2959195" cy="1792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79D8717-0056-5DBF-FBDD-C878117317F2}"/>
              </a:ext>
            </a:extLst>
          </p:cNvPr>
          <p:cNvSpPr txBox="1"/>
          <p:nvPr/>
        </p:nvSpPr>
        <p:spPr>
          <a:xfrm rot="19645663">
            <a:off x="5080372" y="2990894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0.396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CC3B4E2-D0D2-8FF2-8518-61A2F30FFAA8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4360337" y="2285009"/>
            <a:ext cx="2959195" cy="68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8C84D68-EA94-ECA5-56EA-0BC3C99615AF}"/>
              </a:ext>
            </a:extLst>
          </p:cNvPr>
          <p:cNvSpPr txBox="1"/>
          <p:nvPr/>
        </p:nvSpPr>
        <p:spPr>
          <a:xfrm>
            <a:off x="5061516" y="1557862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0.043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0.389)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04EBAEF0-3FE2-C809-AD8B-8B3AB3559867}"/>
              </a:ext>
            </a:extLst>
          </p:cNvPr>
          <p:cNvCxnSpPr>
            <a:stCxn id="15" idx="0"/>
            <a:endCxn id="11" idx="0"/>
          </p:cNvCxnSpPr>
          <p:nvPr/>
        </p:nvCxnSpPr>
        <p:spPr>
          <a:xfrm rot="16200000" flipH="1">
            <a:off x="5836497" y="-740933"/>
            <a:ext cx="6875" cy="5109982"/>
          </a:xfrm>
          <a:prstGeom prst="curvedConnector3">
            <a:avLst>
              <a:gd name="adj1" fmla="val -10287695"/>
            </a:avLst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8C97889-FEE5-79BB-6E95-AD07C627D565}"/>
              </a:ext>
            </a:extLst>
          </p:cNvPr>
          <p:cNvSpPr txBox="1"/>
          <p:nvPr/>
        </p:nvSpPr>
        <p:spPr>
          <a:xfrm>
            <a:off x="5141665" y="356376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0.036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0.442)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4C04FCA-6063-387E-D930-2D46AD6EA647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284944" y="2759396"/>
            <a:ext cx="0" cy="1788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500B6032-421B-9B11-F81A-D27D26079BB7}"/>
              </a:ext>
            </a:extLst>
          </p:cNvPr>
          <p:cNvSpPr txBox="1"/>
          <p:nvPr/>
        </p:nvSpPr>
        <p:spPr>
          <a:xfrm rot="16200000">
            <a:off x="2263509" y="3279590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-0.086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0.027)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3B7F4022-D821-C856-340E-A6FC6A7905C5}"/>
              </a:ext>
            </a:extLst>
          </p:cNvPr>
          <p:cNvCxnSpPr>
            <a:cxnSpLocks/>
            <a:stCxn id="15" idx="1"/>
            <a:endCxn id="13" idx="1"/>
          </p:cNvCxnSpPr>
          <p:nvPr/>
        </p:nvCxnSpPr>
        <p:spPr>
          <a:xfrm rot="10800000" flipV="1">
            <a:off x="2209550" y="2285008"/>
            <a:ext cx="12700" cy="2737471"/>
          </a:xfrm>
          <a:prstGeom prst="curvedConnector3">
            <a:avLst>
              <a:gd name="adj1" fmla="val 2766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EB0740D-834B-E8F2-7655-27219D11D384}"/>
              </a:ext>
            </a:extLst>
          </p:cNvPr>
          <p:cNvSpPr txBox="1"/>
          <p:nvPr/>
        </p:nvSpPr>
        <p:spPr>
          <a:xfrm rot="16200000">
            <a:off x="795599" y="3330577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-0.153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0B62CEA-0978-09F1-741E-F1B62755A30E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8394926" y="2766271"/>
            <a:ext cx="9479" cy="1769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61AD864-58C7-0653-0048-635AFCC345A2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360337" y="5009844"/>
            <a:ext cx="29686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CFF6D676-9A74-0FA4-EDBA-40465E600FF5}"/>
              </a:ext>
            </a:extLst>
          </p:cNvPr>
          <p:cNvSpPr txBox="1"/>
          <p:nvPr/>
        </p:nvSpPr>
        <p:spPr>
          <a:xfrm>
            <a:off x="5205785" y="434992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0.185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0.004)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4836693-81D0-579F-325D-6865E3199A58}"/>
              </a:ext>
            </a:extLst>
          </p:cNvPr>
          <p:cNvSpPr txBox="1"/>
          <p:nvPr/>
        </p:nvSpPr>
        <p:spPr>
          <a:xfrm rot="5400000">
            <a:off x="8066731" y="332769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0.329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F5C31EC-BF2A-281F-A6D5-19E9AB31F4B5}"/>
              </a:ext>
            </a:extLst>
          </p:cNvPr>
          <p:cNvSpPr txBox="1"/>
          <p:nvPr/>
        </p:nvSpPr>
        <p:spPr>
          <a:xfrm>
            <a:off x="8404404" y="12608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0.169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0.380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65E1511-19C6-D074-0E49-4CCD7619AC0E}"/>
              </a:ext>
            </a:extLst>
          </p:cNvPr>
          <p:cNvSpPr txBox="1"/>
          <p:nvPr/>
        </p:nvSpPr>
        <p:spPr>
          <a:xfrm>
            <a:off x="2928324" y="5510453"/>
            <a:ext cx="176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0.030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0.375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4A817A-BCF2-E097-372B-50E99E4A16B4}"/>
              </a:ext>
            </a:extLst>
          </p:cNvPr>
          <p:cNvSpPr txBox="1"/>
          <p:nvPr/>
        </p:nvSpPr>
        <p:spPr>
          <a:xfrm>
            <a:off x="8155963" y="54842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0.160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0.439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EA99E2-A63C-C189-1C67-628E3E3ABD0D}"/>
              </a:ext>
            </a:extLst>
          </p:cNvPr>
          <p:cNvSpPr txBox="1"/>
          <p:nvPr/>
        </p:nvSpPr>
        <p:spPr>
          <a:xfrm>
            <a:off x="5363622" y="223191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91C637-D511-1FF6-9EE2-25F20C4B2C54}"/>
              </a:ext>
            </a:extLst>
          </p:cNvPr>
          <p:cNvSpPr txBox="1"/>
          <p:nvPr/>
        </p:nvSpPr>
        <p:spPr>
          <a:xfrm>
            <a:off x="5273111" y="10673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2E19C1-479B-DD9D-8613-AB0C5A69E7B5}"/>
              </a:ext>
            </a:extLst>
          </p:cNvPr>
          <p:cNvSpPr txBox="1"/>
          <p:nvPr/>
        </p:nvSpPr>
        <p:spPr>
          <a:xfrm rot="16200000">
            <a:off x="3056676" y="33517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02BA3A-C64D-41E7-D5E5-E64BF04E4C71}"/>
              </a:ext>
            </a:extLst>
          </p:cNvPr>
          <p:cNvSpPr txBox="1"/>
          <p:nvPr/>
        </p:nvSpPr>
        <p:spPr>
          <a:xfrm rot="16200000">
            <a:off x="1454176" y="340019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6FDDF3-BEDB-90FF-2130-9CF24B3D020B}"/>
              </a:ext>
            </a:extLst>
          </p:cNvPr>
          <p:cNvSpPr txBox="1"/>
          <p:nvPr/>
        </p:nvSpPr>
        <p:spPr>
          <a:xfrm>
            <a:off x="4941313" y="5225125"/>
            <a:ext cx="205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Fisher's C = 3.427</a:t>
            </a:r>
          </a:p>
          <a:p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0.489,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274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2654-1868-7697-1567-BA8E039F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170A29F-5E35-C064-83BA-EBCF0ADBE3BA}"/>
              </a:ext>
            </a:extLst>
          </p:cNvPr>
          <p:cNvSpPr txBox="1"/>
          <p:nvPr/>
        </p:nvSpPr>
        <p:spPr>
          <a:xfrm>
            <a:off x="2697312" y="205909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Soil pH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2F3143-7F35-BADA-E597-65C2FB576D92}"/>
              </a:ext>
            </a:extLst>
          </p:cNvPr>
          <p:cNvSpPr/>
          <p:nvPr/>
        </p:nvSpPr>
        <p:spPr>
          <a:xfrm>
            <a:off x="7319532" y="181749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AE4F22-4AA1-F691-C688-8489A4F20EE5}"/>
              </a:ext>
            </a:extLst>
          </p:cNvPr>
          <p:cNvSpPr txBox="1"/>
          <p:nvPr/>
        </p:nvSpPr>
        <p:spPr>
          <a:xfrm>
            <a:off x="7559651" y="1968717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FCD92E-17B6-777E-AC63-4AAC47667BDD}"/>
              </a:ext>
            </a:extLst>
          </p:cNvPr>
          <p:cNvSpPr/>
          <p:nvPr/>
        </p:nvSpPr>
        <p:spPr>
          <a:xfrm>
            <a:off x="2209550" y="4548092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E4F91FF-F5B2-2167-9E59-B54D4445E490}"/>
              </a:ext>
            </a:extLst>
          </p:cNvPr>
          <p:cNvSpPr txBox="1"/>
          <p:nvPr/>
        </p:nvSpPr>
        <p:spPr>
          <a:xfrm>
            <a:off x="7413346" y="4699313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Shoot biomass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6DCF55-A5D8-F39D-088D-BDB830B08748}"/>
              </a:ext>
            </a:extLst>
          </p:cNvPr>
          <p:cNvSpPr/>
          <p:nvPr/>
        </p:nvSpPr>
        <p:spPr>
          <a:xfrm>
            <a:off x="2209550" y="1810621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911911-D851-3192-ECD2-7FA5E8C03902}"/>
              </a:ext>
            </a:extLst>
          </p:cNvPr>
          <p:cNvSpPr/>
          <p:nvPr/>
        </p:nvSpPr>
        <p:spPr>
          <a:xfrm>
            <a:off x="7329011" y="453545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AAA187-EDE2-EE59-D1A7-1391D9478F95}"/>
              </a:ext>
            </a:extLst>
          </p:cNvPr>
          <p:cNvSpPr txBox="1"/>
          <p:nvPr/>
        </p:nvSpPr>
        <p:spPr>
          <a:xfrm>
            <a:off x="2303364" y="468667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Phosphatase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69D3667-BBAC-E1C6-D8DC-EB5379CD153F}"/>
              </a:ext>
            </a:extLst>
          </p:cNvPr>
          <p:cNvCxnSpPr>
            <a:cxnSpLocks/>
          </p:cNvCxnSpPr>
          <p:nvPr/>
        </p:nvCxnSpPr>
        <p:spPr>
          <a:xfrm flipV="1">
            <a:off x="4360337" y="2762832"/>
            <a:ext cx="2959195" cy="1792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A869F67-114D-E624-F7DA-F35F514B3B5D}"/>
              </a:ext>
            </a:extLst>
          </p:cNvPr>
          <p:cNvSpPr txBox="1"/>
          <p:nvPr/>
        </p:nvSpPr>
        <p:spPr>
          <a:xfrm rot="19645663">
            <a:off x="5080372" y="2990894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0.396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EC8FA8B-3D36-3826-1267-E94EAFB90193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4360337" y="2285009"/>
            <a:ext cx="2959195" cy="68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083CA24B-2253-675E-90F9-100880D3A8BC}"/>
              </a:ext>
            </a:extLst>
          </p:cNvPr>
          <p:cNvSpPr txBox="1"/>
          <p:nvPr/>
        </p:nvSpPr>
        <p:spPr>
          <a:xfrm>
            <a:off x="5061516" y="1557862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0.043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0.389)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5D0B7173-5DEA-CDDB-53EC-79623CFB4C98}"/>
              </a:ext>
            </a:extLst>
          </p:cNvPr>
          <p:cNvCxnSpPr>
            <a:stCxn id="15" idx="0"/>
            <a:endCxn id="11" idx="0"/>
          </p:cNvCxnSpPr>
          <p:nvPr/>
        </p:nvCxnSpPr>
        <p:spPr>
          <a:xfrm rot="16200000" flipH="1">
            <a:off x="5836497" y="-740933"/>
            <a:ext cx="6875" cy="5109982"/>
          </a:xfrm>
          <a:prstGeom prst="curvedConnector3">
            <a:avLst>
              <a:gd name="adj1" fmla="val -10287695"/>
            </a:avLst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6040A82-0428-A280-187C-C9186D6BF94F}"/>
              </a:ext>
            </a:extLst>
          </p:cNvPr>
          <p:cNvSpPr txBox="1"/>
          <p:nvPr/>
        </p:nvSpPr>
        <p:spPr>
          <a:xfrm>
            <a:off x="5141665" y="356376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0.036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0.442)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F5EFC08-36DD-95D1-7015-9281DA9EF64D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284944" y="2759396"/>
            <a:ext cx="0" cy="1788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E0F7657-FD83-4A1D-AAEE-66E735DBC840}"/>
              </a:ext>
            </a:extLst>
          </p:cNvPr>
          <p:cNvSpPr txBox="1"/>
          <p:nvPr/>
        </p:nvSpPr>
        <p:spPr>
          <a:xfrm rot="16200000">
            <a:off x="2263509" y="3279590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-0.086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0.027)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48288851-49DE-8F8D-AD2F-E533F45AEA31}"/>
              </a:ext>
            </a:extLst>
          </p:cNvPr>
          <p:cNvCxnSpPr>
            <a:cxnSpLocks/>
            <a:stCxn id="15" idx="1"/>
            <a:endCxn id="13" idx="1"/>
          </p:cNvCxnSpPr>
          <p:nvPr/>
        </p:nvCxnSpPr>
        <p:spPr>
          <a:xfrm rot="10800000" flipV="1">
            <a:off x="2209550" y="2285008"/>
            <a:ext cx="12700" cy="2737471"/>
          </a:xfrm>
          <a:prstGeom prst="curvedConnector3">
            <a:avLst>
              <a:gd name="adj1" fmla="val 2766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18BA7E7A-062B-E786-C24C-AB8C7567DD02}"/>
              </a:ext>
            </a:extLst>
          </p:cNvPr>
          <p:cNvSpPr txBox="1"/>
          <p:nvPr/>
        </p:nvSpPr>
        <p:spPr>
          <a:xfrm rot="16200000">
            <a:off x="795599" y="3330577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-0.152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AE147554-B9D9-D2C0-D01C-785502304247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8394926" y="2766271"/>
            <a:ext cx="9479" cy="1769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26FFF5F-AC4E-1CC5-A78C-0214C0829F99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360337" y="5009844"/>
            <a:ext cx="29686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337B0AA-AF4E-68D1-116B-92F4AF7C239F}"/>
              </a:ext>
            </a:extLst>
          </p:cNvPr>
          <p:cNvSpPr txBox="1"/>
          <p:nvPr/>
        </p:nvSpPr>
        <p:spPr>
          <a:xfrm>
            <a:off x="5205785" y="434992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0.153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0.005)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39FB19B-5AF1-E311-4FE9-1F3DE08BE559}"/>
              </a:ext>
            </a:extLst>
          </p:cNvPr>
          <p:cNvSpPr txBox="1"/>
          <p:nvPr/>
        </p:nvSpPr>
        <p:spPr>
          <a:xfrm rot="5400000">
            <a:off x="8066731" y="332769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0.256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43098B2-F4B0-6283-A19F-3D54ADAEEE5A}"/>
              </a:ext>
            </a:extLst>
          </p:cNvPr>
          <p:cNvSpPr txBox="1"/>
          <p:nvPr/>
        </p:nvSpPr>
        <p:spPr>
          <a:xfrm>
            <a:off x="8404404" y="12608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0.169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0.380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A555F36-F5C0-F660-49A3-3E230C263D77}"/>
              </a:ext>
            </a:extLst>
          </p:cNvPr>
          <p:cNvSpPr txBox="1"/>
          <p:nvPr/>
        </p:nvSpPr>
        <p:spPr>
          <a:xfrm>
            <a:off x="2928324" y="5510453"/>
            <a:ext cx="1680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0.030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0.375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932986-91FC-25CF-155A-484097F957E7}"/>
              </a:ext>
            </a:extLst>
          </p:cNvPr>
          <p:cNvSpPr txBox="1"/>
          <p:nvPr/>
        </p:nvSpPr>
        <p:spPr>
          <a:xfrm>
            <a:off x="8155963" y="54842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0.090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0.640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89B26C-160A-E9B4-9D05-240456F5993E}"/>
              </a:ext>
            </a:extLst>
          </p:cNvPr>
          <p:cNvSpPr txBox="1"/>
          <p:nvPr/>
        </p:nvSpPr>
        <p:spPr>
          <a:xfrm>
            <a:off x="5363622" y="223191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900EDB-7AFD-5DD9-D336-C728B4F947C8}"/>
              </a:ext>
            </a:extLst>
          </p:cNvPr>
          <p:cNvSpPr txBox="1"/>
          <p:nvPr/>
        </p:nvSpPr>
        <p:spPr>
          <a:xfrm>
            <a:off x="5273111" y="10673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9045EF-A344-1E15-740F-FBE6F932996D}"/>
              </a:ext>
            </a:extLst>
          </p:cNvPr>
          <p:cNvSpPr txBox="1"/>
          <p:nvPr/>
        </p:nvSpPr>
        <p:spPr>
          <a:xfrm rot="16200000">
            <a:off x="3056676" y="33517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6EF4E7A-36ED-C8CD-19B6-7673F9143491}"/>
              </a:ext>
            </a:extLst>
          </p:cNvPr>
          <p:cNvSpPr txBox="1"/>
          <p:nvPr/>
        </p:nvSpPr>
        <p:spPr>
          <a:xfrm rot="16200000">
            <a:off x="1454176" y="340019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4FA34E-3B3D-E65F-CA48-574204972434}"/>
              </a:ext>
            </a:extLst>
          </p:cNvPr>
          <p:cNvSpPr txBox="1"/>
          <p:nvPr/>
        </p:nvSpPr>
        <p:spPr>
          <a:xfrm>
            <a:off x="4941313" y="5225125"/>
            <a:ext cx="205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Fisher's C = 6.091</a:t>
            </a:r>
          </a:p>
          <a:p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0.192,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4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98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F254-E1D8-C52F-0E2E-4B20B92AE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FA126EC6-3C63-BAFD-D1E2-2E7DB80ED416}"/>
              </a:ext>
            </a:extLst>
          </p:cNvPr>
          <p:cNvSpPr txBox="1"/>
          <p:nvPr/>
        </p:nvSpPr>
        <p:spPr>
          <a:xfrm>
            <a:off x="2697312" y="205909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Soil pH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732718-413E-5A0F-7BD5-22D70C8C45DF}"/>
              </a:ext>
            </a:extLst>
          </p:cNvPr>
          <p:cNvSpPr/>
          <p:nvPr/>
        </p:nvSpPr>
        <p:spPr>
          <a:xfrm>
            <a:off x="7319532" y="181749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0470FA-FF9D-4BDB-D25D-0934DBF53829}"/>
              </a:ext>
            </a:extLst>
          </p:cNvPr>
          <p:cNvSpPr txBox="1"/>
          <p:nvPr/>
        </p:nvSpPr>
        <p:spPr>
          <a:xfrm>
            <a:off x="7421088" y="1968717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E31C76-941E-F86E-99C7-B29A7C577A96}"/>
              </a:ext>
            </a:extLst>
          </p:cNvPr>
          <p:cNvSpPr/>
          <p:nvPr/>
        </p:nvSpPr>
        <p:spPr>
          <a:xfrm>
            <a:off x="2209550" y="4548092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FE65DE-054F-EB89-C043-ECEC2232EBF4}"/>
              </a:ext>
            </a:extLst>
          </p:cNvPr>
          <p:cNvSpPr txBox="1"/>
          <p:nvPr/>
        </p:nvSpPr>
        <p:spPr>
          <a:xfrm>
            <a:off x="7413346" y="4699313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Yield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B911541-E62D-DBBF-3153-A7252887DA60}"/>
              </a:ext>
            </a:extLst>
          </p:cNvPr>
          <p:cNvSpPr/>
          <p:nvPr/>
        </p:nvSpPr>
        <p:spPr>
          <a:xfrm>
            <a:off x="2209550" y="1810621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C29155-A7B3-57A3-F0D8-807F3DA93D29}"/>
              </a:ext>
            </a:extLst>
          </p:cNvPr>
          <p:cNvSpPr/>
          <p:nvPr/>
        </p:nvSpPr>
        <p:spPr>
          <a:xfrm>
            <a:off x="7329011" y="4535456"/>
            <a:ext cx="2150787" cy="9487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8ADE0F-7545-5665-CD48-ABEF607513FF}"/>
              </a:ext>
            </a:extLst>
          </p:cNvPr>
          <p:cNvSpPr txBox="1"/>
          <p:nvPr/>
        </p:nvSpPr>
        <p:spPr>
          <a:xfrm>
            <a:off x="2303364" y="4686679"/>
            <a:ext cx="2056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Response ratio of 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Phosphatase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3EDB776-D875-811D-36FD-DD20465EC3DF}"/>
              </a:ext>
            </a:extLst>
          </p:cNvPr>
          <p:cNvCxnSpPr>
            <a:cxnSpLocks/>
          </p:cNvCxnSpPr>
          <p:nvPr/>
        </p:nvCxnSpPr>
        <p:spPr>
          <a:xfrm flipV="1">
            <a:off x="4360337" y="2762832"/>
            <a:ext cx="2959195" cy="1792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326826C-D2DF-C374-D7F6-0D5CB6C764DC}"/>
              </a:ext>
            </a:extLst>
          </p:cNvPr>
          <p:cNvSpPr txBox="1"/>
          <p:nvPr/>
        </p:nvSpPr>
        <p:spPr>
          <a:xfrm rot="19645663">
            <a:off x="4087439" y="3647085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0.455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D367001-2AFA-E37D-6568-883ECC9E8EBA}"/>
              </a:ext>
            </a:extLst>
          </p:cNvPr>
          <p:cNvCxnSpPr>
            <a:cxnSpLocks/>
            <a:stCxn id="15" idx="3"/>
            <a:endCxn id="11" idx="1"/>
          </p:cNvCxnSpPr>
          <p:nvPr/>
        </p:nvCxnSpPr>
        <p:spPr>
          <a:xfrm>
            <a:off x="4360337" y="2285009"/>
            <a:ext cx="2959195" cy="687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7B99535-4B81-9CA9-A869-09C6A01DA78A}"/>
              </a:ext>
            </a:extLst>
          </p:cNvPr>
          <p:cNvSpPr txBox="1"/>
          <p:nvPr/>
        </p:nvSpPr>
        <p:spPr>
          <a:xfrm>
            <a:off x="5061516" y="1557862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0.078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0.389)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1B207CCC-6CA6-9B54-D234-63CDE650834B}"/>
              </a:ext>
            </a:extLst>
          </p:cNvPr>
          <p:cNvCxnSpPr>
            <a:stCxn id="15" idx="0"/>
            <a:endCxn id="11" idx="0"/>
          </p:cNvCxnSpPr>
          <p:nvPr/>
        </p:nvCxnSpPr>
        <p:spPr>
          <a:xfrm rot="16200000" flipH="1">
            <a:off x="5836497" y="-740933"/>
            <a:ext cx="6875" cy="5109982"/>
          </a:xfrm>
          <a:prstGeom prst="curvedConnector3">
            <a:avLst>
              <a:gd name="adj1" fmla="val -10287695"/>
            </a:avLst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8C7DF57-A4D0-85C7-E17C-0C45B1BF0625}"/>
              </a:ext>
            </a:extLst>
          </p:cNvPr>
          <p:cNvSpPr txBox="1"/>
          <p:nvPr/>
        </p:nvSpPr>
        <p:spPr>
          <a:xfrm>
            <a:off x="5141665" y="356376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0.076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0.442)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B025952-CD30-2D8B-7332-DA55DD6F1BBC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3284944" y="2759396"/>
            <a:ext cx="0" cy="1788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B6DC5EB-6E5E-6FB9-4D95-A646614A7E0D}"/>
              </a:ext>
            </a:extLst>
          </p:cNvPr>
          <p:cNvSpPr txBox="1"/>
          <p:nvPr/>
        </p:nvSpPr>
        <p:spPr>
          <a:xfrm rot="16200000">
            <a:off x="2263509" y="3279590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-0.135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0.027)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B5636F70-93D8-AD83-5809-6D833AC401BC}"/>
              </a:ext>
            </a:extLst>
          </p:cNvPr>
          <p:cNvCxnSpPr>
            <a:cxnSpLocks/>
            <a:stCxn id="15" idx="1"/>
            <a:endCxn id="13" idx="1"/>
          </p:cNvCxnSpPr>
          <p:nvPr/>
        </p:nvCxnSpPr>
        <p:spPr>
          <a:xfrm rot="10800000" flipV="1">
            <a:off x="2209550" y="2285008"/>
            <a:ext cx="12700" cy="2737471"/>
          </a:xfrm>
          <a:prstGeom prst="curvedConnector3">
            <a:avLst>
              <a:gd name="adj1" fmla="val 27664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83001C5B-31AE-52F3-CAEB-63D939168F2D}"/>
              </a:ext>
            </a:extLst>
          </p:cNvPr>
          <p:cNvSpPr txBox="1"/>
          <p:nvPr/>
        </p:nvSpPr>
        <p:spPr>
          <a:xfrm rot="16200000">
            <a:off x="795599" y="3330577"/>
            <a:ext cx="13923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-0.284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B1670D87-0D7E-52D4-4F8B-A4847ABBB474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8394926" y="2766271"/>
            <a:ext cx="9479" cy="176918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F064A6CA-2A01-08B0-D613-E805D6DEA8D8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360337" y="5009844"/>
            <a:ext cx="29686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3C5487CC-48E0-B52F-A861-4DF9C310E362}"/>
              </a:ext>
            </a:extLst>
          </p:cNvPr>
          <p:cNvSpPr txBox="1"/>
          <p:nvPr/>
        </p:nvSpPr>
        <p:spPr>
          <a:xfrm>
            <a:off x="4549691" y="4356720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0.736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1395D9-D956-1911-7D95-8566808E9D66}"/>
              </a:ext>
            </a:extLst>
          </p:cNvPr>
          <p:cNvSpPr txBox="1"/>
          <p:nvPr/>
        </p:nvSpPr>
        <p:spPr>
          <a:xfrm rot="5400000">
            <a:off x="8066731" y="3327697"/>
            <a:ext cx="1396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0.0311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0.785)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3E38405-D8C1-407C-2A54-9898C7A9C1AE}"/>
              </a:ext>
            </a:extLst>
          </p:cNvPr>
          <p:cNvSpPr txBox="1"/>
          <p:nvPr/>
        </p:nvSpPr>
        <p:spPr>
          <a:xfrm>
            <a:off x="8404404" y="12608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0.169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0.380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DF9747C-1364-21F6-96EA-27932089868F}"/>
              </a:ext>
            </a:extLst>
          </p:cNvPr>
          <p:cNvSpPr txBox="1"/>
          <p:nvPr/>
        </p:nvSpPr>
        <p:spPr>
          <a:xfrm>
            <a:off x="2928324" y="5510453"/>
            <a:ext cx="1680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0.030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0.375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EC1FB7-40E7-FB7D-A28A-D5C26698E01E}"/>
              </a:ext>
            </a:extLst>
          </p:cNvPr>
          <p:cNvSpPr txBox="1"/>
          <p:nvPr/>
        </p:nvSpPr>
        <p:spPr>
          <a:xfrm>
            <a:off x="8155963" y="5484231"/>
            <a:ext cx="22154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Marginal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0.957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Conditional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= 0.957</a:t>
            </a:r>
          </a:p>
          <a:p>
            <a:endParaRPr lang="zh-CN" altLang="en-US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6421EE-C93E-1273-E7D6-D57ADEDA718A}"/>
              </a:ext>
            </a:extLst>
          </p:cNvPr>
          <p:cNvSpPr txBox="1"/>
          <p:nvPr/>
        </p:nvSpPr>
        <p:spPr>
          <a:xfrm>
            <a:off x="5363622" y="223191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68ED6E-6EBC-75F3-1BAD-A1EFDC67E9CD}"/>
              </a:ext>
            </a:extLst>
          </p:cNvPr>
          <p:cNvSpPr txBox="1"/>
          <p:nvPr/>
        </p:nvSpPr>
        <p:spPr>
          <a:xfrm>
            <a:off x="5273111" y="1067315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DCAE20-08C0-DDF7-A6CE-CDDED21E672F}"/>
              </a:ext>
            </a:extLst>
          </p:cNvPr>
          <p:cNvSpPr txBox="1"/>
          <p:nvPr/>
        </p:nvSpPr>
        <p:spPr>
          <a:xfrm rot="16200000">
            <a:off x="3056676" y="33517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98EAC0-E55B-BADE-A183-761F01F690F6}"/>
              </a:ext>
            </a:extLst>
          </p:cNvPr>
          <p:cNvSpPr txBox="1"/>
          <p:nvPr/>
        </p:nvSpPr>
        <p:spPr>
          <a:xfrm rot="16200000">
            <a:off x="1454176" y="340019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05D025-DEBF-FEB7-89D7-DDD2FFF57F5D}"/>
              </a:ext>
            </a:extLst>
          </p:cNvPr>
          <p:cNvSpPr txBox="1"/>
          <p:nvPr/>
        </p:nvSpPr>
        <p:spPr>
          <a:xfrm>
            <a:off x="4941313" y="5225125"/>
            <a:ext cx="20553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Fisher's C = 2.649</a:t>
            </a:r>
          </a:p>
          <a:p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0.266,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= 2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连接符: 曲线 2">
            <a:extLst>
              <a:ext uri="{FF2B5EF4-FFF2-40B4-BE49-F238E27FC236}">
                <a16:creationId xmlns:a16="http://schemas.microsoft.com/office/drawing/2014/main" id="{0973976A-F815-18ED-86C5-96CB8B8B2E10}"/>
              </a:ext>
            </a:extLst>
          </p:cNvPr>
          <p:cNvCxnSpPr>
            <a:cxnSpLocks/>
          </p:cNvCxnSpPr>
          <p:nvPr/>
        </p:nvCxnSpPr>
        <p:spPr>
          <a:xfrm>
            <a:off x="4347639" y="2769628"/>
            <a:ext cx="2981372" cy="1765828"/>
          </a:xfrm>
          <a:prstGeom prst="curved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1A1859F-0FE6-2C92-08EE-99D91E108A02}"/>
              </a:ext>
            </a:extLst>
          </p:cNvPr>
          <p:cNvSpPr txBox="1"/>
          <p:nvPr/>
        </p:nvSpPr>
        <p:spPr>
          <a:xfrm rot="1584328">
            <a:off x="5980495" y="3595992"/>
            <a:ext cx="1460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0.229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zh-CN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= 0.066)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76485AE-7C12-B5D9-4E84-0B42D1AA82E5}"/>
              </a:ext>
            </a:extLst>
          </p:cNvPr>
          <p:cNvSpPr txBox="1"/>
          <p:nvPr/>
        </p:nvSpPr>
        <p:spPr>
          <a:xfrm rot="1574947">
            <a:off x="5793234" y="4289254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61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374</Words>
  <Application>Microsoft Office PowerPoint</Application>
  <PresentationFormat>宽屏</PresentationFormat>
  <Paragraphs>135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晖 聂</dc:creator>
  <cp:lastModifiedBy>晖 聂</cp:lastModifiedBy>
  <cp:revision>4</cp:revision>
  <dcterms:created xsi:type="dcterms:W3CDTF">2026-03-05T22:40:15Z</dcterms:created>
  <dcterms:modified xsi:type="dcterms:W3CDTF">2026-03-09T18:10:27Z</dcterms:modified>
</cp:coreProperties>
</file>